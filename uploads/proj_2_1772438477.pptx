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7" r:id="rId2"/>
    <p:sldId id="258" r:id="rId3"/>
    <p:sldId id="263" r:id="rId4"/>
    <p:sldId id="264" r:id="rId5"/>
    <p:sldId id="262" r:id="rId6"/>
    <p:sldId id="260" r:id="rId7"/>
    <p:sldId id="261" r:id="rId8"/>
    <p:sldId id="265" r:id="rId9"/>
    <p:sldId id="266" r:id="rId10"/>
    <p:sldId id="267" r:id="rId11"/>
    <p:sldId id="274" r:id="rId12"/>
    <p:sldId id="275" r:id="rId13"/>
    <p:sldId id="268" r:id="rId14"/>
    <p:sldId id="269" r:id="rId15"/>
    <p:sldId id="270" r:id="rId16"/>
    <p:sldId id="271" r:id="rId17"/>
    <p:sldId id="272" r:id="rId18"/>
    <p:sldId id="273" r:id="rId19"/>
    <p:sldId id="259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22EFA9-B772-47CD-A10C-4FF1C948D9D5}" v="143" dt="2026-01-07T08:49:07.0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1234" y="-5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ndhana ragupathi" userId="18bab64cb738bcd3" providerId="LiveId" clId="{1FEE7D0A-77D4-426D-83DE-8A505D1243D8}"/>
    <pc:docChg chg="undo redo custSel addSld delSld modSld sldOrd">
      <pc:chgData name="nandhana ragupathi" userId="18bab64cb738bcd3" providerId="LiveId" clId="{1FEE7D0A-77D4-426D-83DE-8A505D1243D8}" dt="2026-01-07T09:44:18.812" v="2701" actId="1076"/>
      <pc:docMkLst>
        <pc:docMk/>
      </pc:docMkLst>
      <pc:sldChg chg="modSp mod">
        <pc:chgData name="nandhana ragupathi" userId="18bab64cb738bcd3" providerId="LiveId" clId="{1FEE7D0A-77D4-426D-83DE-8A505D1243D8}" dt="2026-01-07T09:44:18.812" v="2701" actId="1076"/>
        <pc:sldMkLst>
          <pc:docMk/>
          <pc:sldMk cId="0" sldId="257"/>
        </pc:sldMkLst>
        <pc:spChg chg="mod">
          <ac:chgData name="nandhana ragupathi" userId="18bab64cb738bcd3" providerId="LiveId" clId="{1FEE7D0A-77D4-426D-83DE-8A505D1243D8}" dt="2026-01-06T08:01:11.494" v="1295" actId="20577"/>
          <ac:spMkLst>
            <pc:docMk/>
            <pc:sldMk cId="0" sldId="257"/>
            <ac:spMk id="8" creationId="{00000000-0000-0000-0000-000000000000}"/>
          </ac:spMkLst>
        </pc:spChg>
        <pc:spChg chg="mod">
          <ac:chgData name="nandhana ragupathi" userId="18bab64cb738bcd3" providerId="LiveId" clId="{1FEE7D0A-77D4-426D-83DE-8A505D1243D8}" dt="2026-01-07T09:44:18.812" v="2701" actId="1076"/>
          <ac:spMkLst>
            <pc:docMk/>
            <pc:sldMk cId="0" sldId="257"/>
            <ac:spMk id="9" creationId="{00000000-0000-0000-0000-000000000000}"/>
          </ac:spMkLst>
        </pc:spChg>
        <pc:spChg chg="mod">
          <ac:chgData name="nandhana ragupathi" userId="18bab64cb738bcd3" providerId="LiveId" clId="{1FEE7D0A-77D4-426D-83DE-8A505D1243D8}" dt="2026-01-07T04:12:21.452" v="1968" actId="1076"/>
          <ac:spMkLst>
            <pc:docMk/>
            <pc:sldMk cId="0" sldId="257"/>
            <ac:spMk id="10" creationId="{00000000-0000-0000-0000-000000000000}"/>
          </ac:spMkLst>
        </pc:spChg>
      </pc:sldChg>
      <pc:sldChg chg="addSp delSp modSp mod">
        <pc:chgData name="nandhana ragupathi" userId="18bab64cb738bcd3" providerId="LiveId" clId="{1FEE7D0A-77D4-426D-83DE-8A505D1243D8}" dt="2026-01-07T09:43:43.499" v="2700" actId="20577"/>
        <pc:sldMkLst>
          <pc:docMk/>
          <pc:sldMk cId="0" sldId="258"/>
        </pc:sldMkLst>
        <pc:spChg chg="mod">
          <ac:chgData name="nandhana ragupathi" userId="18bab64cb738bcd3" providerId="LiveId" clId="{1FEE7D0A-77D4-426D-83DE-8A505D1243D8}" dt="2026-01-07T06:01:28.281" v="2551" actId="1076"/>
          <ac:spMkLst>
            <pc:docMk/>
            <pc:sldMk cId="0" sldId="258"/>
            <ac:spMk id="3" creationId="{00000000-0000-0000-0000-000000000000}"/>
          </ac:spMkLst>
        </pc:spChg>
        <pc:spChg chg="mod">
          <ac:chgData name="nandhana ragupathi" userId="18bab64cb738bcd3" providerId="LiveId" clId="{1FEE7D0A-77D4-426D-83DE-8A505D1243D8}" dt="2026-01-07T09:43:43.499" v="2700" actId="20577"/>
          <ac:spMkLst>
            <pc:docMk/>
            <pc:sldMk cId="0" sldId="258"/>
            <ac:spMk id="4" creationId="{4A24B69D-F63E-52C8-663B-7C61B41F52AA}"/>
          </ac:spMkLst>
        </pc:spChg>
        <pc:spChg chg="add del mod">
          <ac:chgData name="nandhana ragupathi" userId="18bab64cb738bcd3" providerId="LiveId" clId="{1FEE7D0A-77D4-426D-83DE-8A505D1243D8}" dt="2026-01-07T05:42:07.678" v="2282" actId="478"/>
          <ac:spMkLst>
            <pc:docMk/>
            <pc:sldMk cId="0" sldId="258"/>
            <ac:spMk id="5" creationId="{26E5307B-DBB7-9F8F-07CC-C41BE82C92B7}"/>
          </ac:spMkLst>
        </pc:spChg>
      </pc:sldChg>
      <pc:sldChg chg="addSp delSp modSp mod">
        <pc:chgData name="nandhana ragupathi" userId="18bab64cb738bcd3" providerId="LiveId" clId="{1FEE7D0A-77D4-426D-83DE-8A505D1243D8}" dt="2026-01-07T08:49:46.992" v="2678" actId="21"/>
        <pc:sldMkLst>
          <pc:docMk/>
          <pc:sldMk cId="3576568600" sldId="260"/>
        </pc:sldMkLst>
        <pc:spChg chg="mod">
          <ac:chgData name="nandhana ragupathi" userId="18bab64cb738bcd3" providerId="LiveId" clId="{1FEE7D0A-77D4-426D-83DE-8A505D1243D8}" dt="2026-01-07T06:00:34.231" v="2547" actId="1076"/>
          <ac:spMkLst>
            <pc:docMk/>
            <pc:sldMk cId="3576568600" sldId="260"/>
            <ac:spMk id="2" creationId="{7D327195-73EE-7B83-7FD5-72AF1977F378}"/>
          </ac:spMkLst>
        </pc:spChg>
        <pc:spChg chg="add mod">
          <ac:chgData name="nandhana ragupathi" userId="18bab64cb738bcd3" providerId="LiveId" clId="{1FEE7D0A-77D4-426D-83DE-8A505D1243D8}" dt="2026-01-07T07:55:20.255" v="2603" actId="767"/>
          <ac:spMkLst>
            <pc:docMk/>
            <pc:sldMk cId="3576568600" sldId="260"/>
            <ac:spMk id="5" creationId="{266C4886-4493-5854-5816-BFF15BDCEE54}"/>
          </ac:spMkLst>
        </pc:spChg>
        <pc:spChg chg="add del mod">
          <ac:chgData name="nandhana ragupathi" userId="18bab64cb738bcd3" providerId="LiveId" clId="{1FEE7D0A-77D4-426D-83DE-8A505D1243D8}" dt="2026-01-07T08:40:05.780" v="2612" actId="21"/>
          <ac:spMkLst>
            <pc:docMk/>
            <pc:sldMk cId="3576568600" sldId="260"/>
            <ac:spMk id="8" creationId="{7517124E-A72B-ECE3-C4A1-D38480FA3E4B}"/>
          </ac:spMkLst>
        </pc:spChg>
        <pc:spChg chg="add del mod">
          <ac:chgData name="nandhana ragupathi" userId="18bab64cb738bcd3" providerId="LiveId" clId="{1FEE7D0A-77D4-426D-83DE-8A505D1243D8}" dt="2026-01-07T08:49:46.992" v="2678" actId="21"/>
          <ac:spMkLst>
            <pc:docMk/>
            <pc:sldMk cId="3576568600" sldId="260"/>
            <ac:spMk id="9" creationId="{B8543DCF-B7B1-2005-9676-DC15F5A52FBC}"/>
          </ac:spMkLst>
        </pc:spChg>
        <pc:spChg chg="add mod">
          <ac:chgData name="nandhana ragupathi" userId="18bab64cb738bcd3" providerId="LiveId" clId="{1FEE7D0A-77D4-426D-83DE-8A505D1243D8}" dt="2026-01-07T08:49:07.037" v="2670" actId="767"/>
          <ac:spMkLst>
            <pc:docMk/>
            <pc:sldMk cId="3576568600" sldId="260"/>
            <ac:spMk id="10" creationId="{374A4142-7760-49A0-7C7C-00307CF357B4}"/>
          </ac:spMkLst>
        </pc:spChg>
        <pc:picChg chg="add mod">
          <ac:chgData name="nandhana ragupathi" userId="18bab64cb738bcd3" providerId="LiveId" clId="{1FEE7D0A-77D4-426D-83DE-8A505D1243D8}" dt="2026-01-07T06:14:50.842" v="2552"/>
          <ac:picMkLst>
            <pc:docMk/>
            <pc:sldMk cId="3576568600" sldId="260"/>
            <ac:picMk id="4" creationId="{8FA896EA-E59C-CB8C-3EB5-E78ED59F705A}"/>
          </ac:picMkLst>
        </pc:picChg>
        <pc:picChg chg="mod">
          <ac:chgData name="nandhana ragupathi" userId="18bab64cb738bcd3" providerId="LiveId" clId="{1FEE7D0A-77D4-426D-83DE-8A505D1243D8}" dt="2026-01-06T04:29:19.678" v="1187" actId="1076"/>
          <ac:picMkLst>
            <pc:docMk/>
            <pc:sldMk cId="3576568600" sldId="260"/>
            <ac:picMk id="6" creationId="{1DC37A44-7BF4-C157-8BE9-9F0AE706EE4A}"/>
          </ac:picMkLst>
        </pc:picChg>
        <pc:picChg chg="add mod">
          <ac:chgData name="nandhana ragupathi" userId="18bab64cb738bcd3" providerId="LiveId" clId="{1FEE7D0A-77D4-426D-83DE-8A505D1243D8}" dt="2026-01-07T07:54:55.559" v="2587"/>
          <ac:picMkLst>
            <pc:docMk/>
            <pc:sldMk cId="3576568600" sldId="260"/>
            <ac:picMk id="7" creationId="{C743C3F0-3247-50B5-71C4-E7A644018471}"/>
          </ac:picMkLst>
        </pc:picChg>
      </pc:sldChg>
      <pc:sldChg chg="addSp delSp modSp new mod ord">
        <pc:chgData name="nandhana ragupathi" userId="18bab64cb738bcd3" providerId="LiveId" clId="{1FEE7D0A-77D4-426D-83DE-8A505D1243D8}" dt="2026-01-07T06:00:10.998" v="2544" actId="1076"/>
        <pc:sldMkLst>
          <pc:docMk/>
          <pc:sldMk cId="48527681" sldId="261"/>
        </pc:sldMkLst>
        <pc:spChg chg="add del mod">
          <ac:chgData name="nandhana ragupathi" userId="18bab64cb738bcd3" providerId="LiveId" clId="{1FEE7D0A-77D4-426D-83DE-8A505D1243D8}" dt="2026-01-06T04:34:14.583" v="1203"/>
          <ac:spMkLst>
            <pc:docMk/>
            <pc:sldMk cId="48527681" sldId="261"/>
            <ac:spMk id="2" creationId="{0694AA18-C1FE-D142-573B-7B263DDC0C13}"/>
          </ac:spMkLst>
        </pc:spChg>
        <pc:spChg chg="add del">
          <ac:chgData name="nandhana ragupathi" userId="18bab64cb738bcd3" providerId="LiveId" clId="{1FEE7D0A-77D4-426D-83DE-8A505D1243D8}" dt="2026-01-06T05:02:03.996" v="1205" actId="22"/>
          <ac:spMkLst>
            <pc:docMk/>
            <pc:sldMk cId="48527681" sldId="261"/>
            <ac:spMk id="4" creationId="{D6813F65-9673-053A-4775-47785E8291BF}"/>
          </ac:spMkLst>
        </pc:spChg>
        <pc:spChg chg="add mod">
          <ac:chgData name="nandhana ragupathi" userId="18bab64cb738bcd3" providerId="LiveId" clId="{1FEE7D0A-77D4-426D-83DE-8A505D1243D8}" dt="2026-01-07T06:00:10.998" v="2544" actId="1076"/>
          <ac:spMkLst>
            <pc:docMk/>
            <pc:sldMk cId="48527681" sldId="261"/>
            <ac:spMk id="7" creationId="{A1655F3F-3729-5074-32DD-18155AEBD11C}"/>
          </ac:spMkLst>
        </pc:spChg>
        <pc:picChg chg="add mod">
          <ac:chgData name="nandhana ragupathi" userId="18bab64cb738bcd3" providerId="LiveId" clId="{1FEE7D0A-77D4-426D-83DE-8A505D1243D8}" dt="2026-01-06T05:03:07.585" v="1212" actId="1076"/>
          <ac:picMkLst>
            <pc:docMk/>
            <pc:sldMk cId="48527681" sldId="261"/>
            <ac:picMk id="6" creationId="{8416C122-4836-B983-7B5E-FBDFB79525E7}"/>
          </ac:picMkLst>
        </pc:picChg>
      </pc:sldChg>
      <pc:sldChg chg="addSp delSp modSp new mod modClrScheme chgLayout">
        <pc:chgData name="nandhana ragupathi" userId="18bab64cb738bcd3" providerId="LiveId" clId="{1FEE7D0A-77D4-426D-83DE-8A505D1243D8}" dt="2026-01-07T05:59:17.246" v="2541" actId="1076"/>
        <pc:sldMkLst>
          <pc:docMk/>
          <pc:sldMk cId="3333611133" sldId="262"/>
        </pc:sldMkLst>
        <pc:spChg chg="add mod">
          <ac:chgData name="nandhana ragupathi" userId="18bab64cb738bcd3" providerId="LiveId" clId="{1FEE7D0A-77D4-426D-83DE-8A505D1243D8}" dt="2026-01-06T07:14:14.462" v="1271" actId="113"/>
          <ac:spMkLst>
            <pc:docMk/>
            <pc:sldMk cId="3333611133" sldId="262"/>
            <ac:spMk id="2" creationId="{D20DD844-88C0-A323-E6EC-DC192F442510}"/>
          </ac:spMkLst>
        </pc:spChg>
        <pc:spChg chg="add mod">
          <ac:chgData name="nandhana ragupathi" userId="18bab64cb738bcd3" providerId="LiveId" clId="{1FEE7D0A-77D4-426D-83DE-8A505D1243D8}" dt="2026-01-07T05:59:12.080" v="2540" actId="1076"/>
          <ac:spMkLst>
            <pc:docMk/>
            <pc:sldMk cId="3333611133" sldId="262"/>
            <ac:spMk id="3" creationId="{B64FCC27-1916-BD53-8A11-52298F7CCA1F}"/>
          </ac:spMkLst>
        </pc:spChg>
        <pc:spChg chg="add">
          <ac:chgData name="nandhana ragupathi" userId="18bab64cb738bcd3" providerId="LiveId" clId="{1FEE7D0A-77D4-426D-83DE-8A505D1243D8}" dt="2026-01-06T03:07:30.161" v="421"/>
          <ac:spMkLst>
            <pc:docMk/>
            <pc:sldMk cId="3333611133" sldId="262"/>
            <ac:spMk id="4" creationId="{59273536-50AA-A473-835A-78BCB5201E9E}"/>
          </ac:spMkLst>
        </pc:spChg>
        <pc:spChg chg="add">
          <ac:chgData name="nandhana ragupathi" userId="18bab64cb738bcd3" providerId="LiveId" clId="{1FEE7D0A-77D4-426D-83DE-8A505D1243D8}" dt="2026-01-06T03:07:36.637" v="422"/>
          <ac:spMkLst>
            <pc:docMk/>
            <pc:sldMk cId="3333611133" sldId="262"/>
            <ac:spMk id="5" creationId="{5ABADD71-244F-615F-8CDA-371044B4B526}"/>
          </ac:spMkLst>
        </pc:spChg>
        <pc:spChg chg="add">
          <ac:chgData name="nandhana ragupathi" userId="18bab64cb738bcd3" providerId="LiveId" clId="{1FEE7D0A-77D4-426D-83DE-8A505D1243D8}" dt="2026-01-06T03:10:22.878" v="434"/>
          <ac:spMkLst>
            <pc:docMk/>
            <pc:sldMk cId="3333611133" sldId="262"/>
            <ac:spMk id="6" creationId="{AB7D4EA3-159C-1431-C8AA-239762A5ADCA}"/>
          </ac:spMkLst>
        </pc:spChg>
        <pc:spChg chg="add del">
          <ac:chgData name="nandhana ragupathi" userId="18bab64cb738bcd3" providerId="LiveId" clId="{1FEE7D0A-77D4-426D-83DE-8A505D1243D8}" dt="2026-01-06T03:11:35.606" v="448" actId="21"/>
          <ac:spMkLst>
            <pc:docMk/>
            <pc:sldMk cId="3333611133" sldId="262"/>
            <ac:spMk id="7" creationId="{5E3A5FE8-AE96-EC34-0B09-3CC2AD59328A}"/>
          </ac:spMkLst>
        </pc:spChg>
        <pc:spChg chg="add mod">
          <ac:chgData name="nandhana ragupathi" userId="18bab64cb738bcd3" providerId="LiveId" clId="{1FEE7D0A-77D4-426D-83DE-8A505D1243D8}" dt="2026-01-06T03:10:50.539" v="439"/>
          <ac:spMkLst>
            <pc:docMk/>
            <pc:sldMk cId="3333611133" sldId="262"/>
            <ac:spMk id="8" creationId="{78D37E9E-581A-9FCD-3E4D-27EAEF3104C4}"/>
          </ac:spMkLst>
        </pc:spChg>
        <pc:spChg chg="add mod">
          <ac:chgData name="nandhana ragupathi" userId="18bab64cb738bcd3" providerId="LiveId" clId="{1FEE7D0A-77D4-426D-83DE-8A505D1243D8}" dt="2026-01-06T03:10:55.301" v="441"/>
          <ac:spMkLst>
            <pc:docMk/>
            <pc:sldMk cId="3333611133" sldId="262"/>
            <ac:spMk id="9" creationId="{61DB0C68-5B8E-0795-C53E-F5BC4DD42220}"/>
          </ac:spMkLst>
        </pc:spChg>
        <pc:spChg chg="add mod">
          <ac:chgData name="nandhana ragupathi" userId="18bab64cb738bcd3" providerId="LiveId" clId="{1FEE7D0A-77D4-426D-83DE-8A505D1243D8}" dt="2026-01-06T03:10:58.897" v="443"/>
          <ac:spMkLst>
            <pc:docMk/>
            <pc:sldMk cId="3333611133" sldId="262"/>
            <ac:spMk id="10" creationId="{67D7E916-AD64-1344-CB08-8908F5F1B3E2}"/>
          </ac:spMkLst>
        </pc:spChg>
        <pc:spChg chg="add mod">
          <ac:chgData name="nandhana ragupathi" userId="18bab64cb738bcd3" providerId="LiveId" clId="{1FEE7D0A-77D4-426D-83DE-8A505D1243D8}" dt="2026-01-06T03:11:36.780" v="449"/>
          <ac:spMkLst>
            <pc:docMk/>
            <pc:sldMk cId="3333611133" sldId="262"/>
            <ac:spMk id="11" creationId="{1F8CFE0E-DF9B-C8A1-9710-FBA4507F892D}"/>
          </ac:spMkLst>
        </pc:spChg>
        <pc:spChg chg="add del mod">
          <ac:chgData name="nandhana ragupathi" userId="18bab64cb738bcd3" providerId="LiveId" clId="{1FEE7D0A-77D4-426D-83DE-8A505D1243D8}" dt="2026-01-06T03:15:15.238" v="542"/>
          <ac:spMkLst>
            <pc:docMk/>
            <pc:sldMk cId="3333611133" sldId="262"/>
            <ac:spMk id="12" creationId="{1AF82B91-9117-3517-7666-C7E81264E413}"/>
          </ac:spMkLst>
        </pc:spChg>
        <pc:spChg chg="add del mod ord">
          <ac:chgData name="nandhana ragupathi" userId="18bab64cb738bcd3" providerId="LiveId" clId="{1FEE7D0A-77D4-426D-83DE-8A505D1243D8}" dt="2026-01-06T03:17:01.550" v="552" actId="700"/>
          <ac:spMkLst>
            <pc:docMk/>
            <pc:sldMk cId="3333611133" sldId="262"/>
            <ac:spMk id="13" creationId="{66BE7E3A-7B03-D05F-B2DE-F715BAA20D12}"/>
          </ac:spMkLst>
        </pc:spChg>
        <pc:spChg chg="add del mod ord">
          <ac:chgData name="nandhana ragupathi" userId="18bab64cb738bcd3" providerId="LiveId" clId="{1FEE7D0A-77D4-426D-83DE-8A505D1243D8}" dt="2026-01-06T03:17:01.550" v="552" actId="700"/>
          <ac:spMkLst>
            <pc:docMk/>
            <pc:sldMk cId="3333611133" sldId="262"/>
            <ac:spMk id="14" creationId="{EAFBD42B-63DE-34AC-32C6-2474336B62E5}"/>
          </ac:spMkLst>
        </pc:spChg>
        <pc:spChg chg="add del mod ord">
          <ac:chgData name="nandhana ragupathi" userId="18bab64cb738bcd3" providerId="LiveId" clId="{1FEE7D0A-77D4-426D-83DE-8A505D1243D8}" dt="2026-01-06T03:17:01.550" v="552" actId="700"/>
          <ac:spMkLst>
            <pc:docMk/>
            <pc:sldMk cId="3333611133" sldId="262"/>
            <ac:spMk id="15" creationId="{1C3D681E-A1D6-341B-4AFF-3238EDCE8EDA}"/>
          </ac:spMkLst>
        </pc:spChg>
        <pc:spChg chg="add mod">
          <ac:chgData name="nandhana ragupathi" userId="18bab64cb738bcd3" providerId="LiveId" clId="{1FEE7D0A-77D4-426D-83DE-8A505D1243D8}" dt="2026-01-07T05:59:17.246" v="2541" actId="1076"/>
          <ac:spMkLst>
            <pc:docMk/>
            <pc:sldMk cId="3333611133" sldId="262"/>
            <ac:spMk id="16" creationId="{783AD0E0-01BA-785F-FF4E-10116239955B}"/>
          </ac:spMkLst>
        </pc:spChg>
        <pc:spChg chg="add mod">
          <ac:chgData name="nandhana ragupathi" userId="18bab64cb738bcd3" providerId="LiveId" clId="{1FEE7D0A-77D4-426D-83DE-8A505D1243D8}" dt="2026-01-06T03:19:27.278" v="583"/>
          <ac:spMkLst>
            <pc:docMk/>
            <pc:sldMk cId="3333611133" sldId="262"/>
            <ac:spMk id="17" creationId="{21AFA35D-C82F-5C23-60B3-CEAD11EF9D5C}"/>
          </ac:spMkLst>
        </pc:spChg>
      </pc:sldChg>
      <pc:sldChg chg="addSp modSp new mod">
        <pc:chgData name="nandhana ragupathi" userId="18bab64cb738bcd3" providerId="LiveId" clId="{1FEE7D0A-77D4-426D-83DE-8A505D1243D8}" dt="2026-01-07T09:23:31.778" v="2692" actId="5793"/>
        <pc:sldMkLst>
          <pc:docMk/>
          <pc:sldMk cId="4171539612" sldId="263"/>
        </pc:sldMkLst>
        <pc:spChg chg="add mod">
          <ac:chgData name="nandhana ragupathi" userId="18bab64cb738bcd3" providerId="LiveId" clId="{1FEE7D0A-77D4-426D-83DE-8A505D1243D8}" dt="2026-01-07T06:01:07.279" v="2549" actId="1076"/>
          <ac:spMkLst>
            <pc:docMk/>
            <pc:sldMk cId="4171539612" sldId="263"/>
            <ac:spMk id="2" creationId="{E06BAEE5-8241-5861-042F-7A5BFBBBA9A8}"/>
          </ac:spMkLst>
        </pc:spChg>
        <pc:spChg chg="add mod">
          <ac:chgData name="nandhana ragupathi" userId="18bab64cb738bcd3" providerId="LiveId" clId="{1FEE7D0A-77D4-426D-83DE-8A505D1243D8}" dt="2026-01-07T09:23:31.778" v="2692" actId="5793"/>
          <ac:spMkLst>
            <pc:docMk/>
            <pc:sldMk cId="4171539612" sldId="263"/>
            <ac:spMk id="3" creationId="{ACB3CF09-0DF6-983C-8E40-12D85320BDC1}"/>
          </ac:spMkLst>
        </pc:spChg>
        <pc:spChg chg="add">
          <ac:chgData name="nandhana ragupathi" userId="18bab64cb738bcd3" providerId="LiveId" clId="{1FEE7D0A-77D4-426D-83DE-8A505D1243D8}" dt="2026-01-06T04:07:40.573" v="866"/>
          <ac:spMkLst>
            <pc:docMk/>
            <pc:sldMk cId="4171539612" sldId="263"/>
            <ac:spMk id="4" creationId="{BC6C2374-F0AC-CFDF-19E0-BEEDFEC78A76}"/>
          </ac:spMkLst>
        </pc:spChg>
        <pc:spChg chg="add mod">
          <ac:chgData name="nandhana ragupathi" userId="18bab64cb738bcd3" providerId="LiveId" clId="{1FEE7D0A-77D4-426D-83DE-8A505D1243D8}" dt="2026-01-06T04:07:45.641" v="868"/>
          <ac:spMkLst>
            <pc:docMk/>
            <pc:sldMk cId="4171539612" sldId="263"/>
            <ac:spMk id="5" creationId="{CB59682C-8D9B-ACD9-B32D-E121E83DD92A}"/>
          </ac:spMkLst>
        </pc:spChg>
        <pc:spChg chg="add mod">
          <ac:chgData name="nandhana ragupathi" userId="18bab64cb738bcd3" providerId="LiveId" clId="{1FEE7D0A-77D4-426D-83DE-8A505D1243D8}" dt="2026-01-06T04:07:50.852" v="870"/>
          <ac:spMkLst>
            <pc:docMk/>
            <pc:sldMk cId="4171539612" sldId="263"/>
            <ac:spMk id="6" creationId="{821D1D49-E0D8-E809-09FE-6CCFA1169AB4}"/>
          </ac:spMkLst>
        </pc:spChg>
      </pc:sldChg>
      <pc:sldChg chg="addSp delSp modSp new mod">
        <pc:chgData name="nandhana ragupathi" userId="18bab64cb738bcd3" providerId="LiveId" clId="{1FEE7D0A-77D4-426D-83DE-8A505D1243D8}" dt="2026-01-07T05:53:42.108" v="2503" actId="12"/>
        <pc:sldMkLst>
          <pc:docMk/>
          <pc:sldMk cId="1225916947" sldId="264"/>
        </pc:sldMkLst>
        <pc:spChg chg="add del mod">
          <ac:chgData name="nandhana ragupathi" userId="18bab64cb738bcd3" providerId="LiveId" clId="{1FEE7D0A-77D4-426D-83DE-8A505D1243D8}" dt="2026-01-07T05:53:06.234" v="2494"/>
          <ac:spMkLst>
            <pc:docMk/>
            <pc:sldMk cId="1225916947" sldId="264"/>
            <ac:spMk id="2" creationId="{4B31B471-EBC3-CE24-4626-1D0C1C06DBA9}"/>
          </ac:spMkLst>
        </pc:spChg>
        <pc:spChg chg="add del mod">
          <ac:chgData name="nandhana ragupathi" userId="18bab64cb738bcd3" providerId="LiveId" clId="{1FEE7D0A-77D4-426D-83DE-8A505D1243D8}" dt="2026-01-06T04:13:07.365" v="964"/>
          <ac:spMkLst>
            <pc:docMk/>
            <pc:sldMk cId="1225916947" sldId="264"/>
            <ac:spMk id="2" creationId="{640454AC-9055-47DB-30EE-0E0FDB5425FE}"/>
          </ac:spMkLst>
        </pc:spChg>
        <pc:spChg chg="add mod">
          <ac:chgData name="nandhana ragupathi" userId="18bab64cb738bcd3" providerId="LiveId" clId="{1FEE7D0A-77D4-426D-83DE-8A505D1243D8}" dt="2026-01-07T05:53:42.108" v="2503" actId="12"/>
          <ac:spMkLst>
            <pc:docMk/>
            <pc:sldMk cId="1225916947" sldId="264"/>
            <ac:spMk id="3" creationId="{E6BCFBB6-0843-609E-4770-E1A7A560319C}"/>
          </ac:spMkLst>
        </pc:spChg>
        <pc:spChg chg="add">
          <ac:chgData name="nandhana ragupathi" userId="18bab64cb738bcd3" providerId="LiveId" clId="{1FEE7D0A-77D4-426D-83DE-8A505D1243D8}" dt="2026-01-06T04:18:42.942" v="1157"/>
          <ac:spMkLst>
            <pc:docMk/>
            <pc:sldMk cId="1225916947" sldId="264"/>
            <ac:spMk id="4" creationId="{FF2A18BB-DD28-609F-7DF4-B7B90AC1CB5D}"/>
          </ac:spMkLst>
        </pc:spChg>
      </pc:sldChg>
      <pc:sldChg chg="addSp delSp modSp new mod">
        <pc:chgData name="nandhana ragupathi" userId="18bab64cb738bcd3" providerId="LiveId" clId="{1FEE7D0A-77D4-426D-83DE-8A505D1243D8}" dt="2026-01-07T09:16:45.418" v="2689" actId="20577"/>
        <pc:sldMkLst>
          <pc:docMk/>
          <pc:sldMk cId="2497283896" sldId="265"/>
        </pc:sldMkLst>
        <pc:spChg chg="add del mod">
          <ac:chgData name="nandhana ragupathi" userId="18bab64cb738bcd3" providerId="LiveId" clId="{1FEE7D0A-77D4-426D-83DE-8A505D1243D8}" dt="2026-01-06T15:13:45.746" v="1683" actId="21"/>
          <ac:spMkLst>
            <pc:docMk/>
            <pc:sldMk cId="2497283896" sldId="265"/>
            <ac:spMk id="2" creationId="{8C4FF6FA-6B7A-82F4-86E0-D95E8235B980}"/>
          </ac:spMkLst>
        </pc:spChg>
        <pc:spChg chg="add mod">
          <ac:chgData name="nandhana ragupathi" userId="18bab64cb738bcd3" providerId="LiveId" clId="{1FEE7D0A-77D4-426D-83DE-8A505D1243D8}" dt="2026-01-06T08:11:36.789" v="1331" actId="1076"/>
          <ac:spMkLst>
            <pc:docMk/>
            <pc:sldMk cId="2497283896" sldId="265"/>
            <ac:spMk id="3" creationId="{A5EF9839-CC06-77C1-A1D8-13A0CA8C2786}"/>
          </ac:spMkLst>
        </pc:spChg>
        <pc:spChg chg="add">
          <ac:chgData name="nandhana ragupathi" userId="18bab64cb738bcd3" providerId="LiveId" clId="{1FEE7D0A-77D4-426D-83DE-8A505D1243D8}" dt="2026-01-06T14:55:07.187" v="1477"/>
          <ac:spMkLst>
            <pc:docMk/>
            <pc:sldMk cId="2497283896" sldId="265"/>
            <ac:spMk id="4" creationId="{33760AF2-0337-FF17-07CB-5E346DAFFB44}"/>
          </ac:spMkLst>
        </pc:spChg>
        <pc:spChg chg="add">
          <ac:chgData name="nandhana ragupathi" userId="18bab64cb738bcd3" providerId="LiveId" clId="{1FEE7D0A-77D4-426D-83DE-8A505D1243D8}" dt="2026-01-06T14:55:15.612" v="1478"/>
          <ac:spMkLst>
            <pc:docMk/>
            <pc:sldMk cId="2497283896" sldId="265"/>
            <ac:spMk id="5" creationId="{17318D87-E2BC-D371-5087-2B4B0E9150C1}"/>
          </ac:spMkLst>
        </pc:spChg>
        <pc:spChg chg="add mod">
          <ac:chgData name="nandhana ragupathi" userId="18bab64cb738bcd3" providerId="LiveId" clId="{1FEE7D0A-77D4-426D-83DE-8A505D1243D8}" dt="2026-01-06T15:24:10.194" v="1866" actId="1076"/>
          <ac:spMkLst>
            <pc:docMk/>
            <pc:sldMk cId="2497283896" sldId="265"/>
            <ac:spMk id="6" creationId="{CA5DAA14-6B8C-7A2B-FC04-040F78A3DC66}"/>
          </ac:spMkLst>
        </pc:spChg>
        <pc:spChg chg="add del mod">
          <ac:chgData name="nandhana ragupathi" userId="18bab64cb738bcd3" providerId="LiveId" clId="{1FEE7D0A-77D4-426D-83DE-8A505D1243D8}" dt="2026-01-06T15:11:33.073" v="1649" actId="22"/>
          <ac:spMkLst>
            <pc:docMk/>
            <pc:sldMk cId="2497283896" sldId="265"/>
            <ac:spMk id="8" creationId="{F995CD9B-1E1A-8382-CAF5-28230DE95A44}"/>
          </ac:spMkLst>
        </pc:spChg>
        <pc:spChg chg="add mod">
          <ac:chgData name="nandhana ragupathi" userId="18bab64cb738bcd3" providerId="LiveId" clId="{1FEE7D0A-77D4-426D-83DE-8A505D1243D8}" dt="2026-01-06T15:13:14.729" v="1679" actId="767"/>
          <ac:spMkLst>
            <pc:docMk/>
            <pc:sldMk cId="2497283896" sldId="265"/>
            <ac:spMk id="9" creationId="{EB64F273-282D-5792-71CB-0ABBD9311899}"/>
          </ac:spMkLst>
        </pc:spChg>
        <pc:spChg chg="add mod">
          <ac:chgData name="nandhana ragupathi" userId="18bab64cb738bcd3" providerId="LiveId" clId="{1FEE7D0A-77D4-426D-83DE-8A505D1243D8}" dt="2026-01-06T15:13:06.631" v="1677"/>
          <ac:spMkLst>
            <pc:docMk/>
            <pc:sldMk cId="2497283896" sldId="265"/>
            <ac:spMk id="10" creationId="{8C4FF6FA-6B7A-82F4-86E0-D95E8235B980}"/>
          </ac:spMkLst>
        </pc:spChg>
        <pc:spChg chg="add mod">
          <ac:chgData name="nandhana ragupathi" userId="18bab64cb738bcd3" providerId="LiveId" clId="{1FEE7D0A-77D4-426D-83DE-8A505D1243D8}" dt="2026-01-06T15:13:08.845" v="1678"/>
          <ac:spMkLst>
            <pc:docMk/>
            <pc:sldMk cId="2497283896" sldId="265"/>
            <ac:spMk id="11" creationId="{7DAD2DA0-6AF5-C2F5-5360-DED33BC747F2}"/>
          </ac:spMkLst>
        </pc:spChg>
        <pc:spChg chg="add mod">
          <ac:chgData name="nandhana ragupathi" userId="18bab64cb738bcd3" providerId="LiveId" clId="{1FEE7D0A-77D4-426D-83DE-8A505D1243D8}" dt="2026-01-06T15:22:29.805" v="1853" actId="14100"/>
          <ac:spMkLst>
            <pc:docMk/>
            <pc:sldMk cId="2497283896" sldId="265"/>
            <ac:spMk id="12" creationId="{F99B9371-031F-D541-3981-B7E1AE281D15}"/>
          </ac:spMkLst>
        </pc:spChg>
        <pc:spChg chg="add mod">
          <ac:chgData name="nandhana ragupathi" userId="18bab64cb738bcd3" providerId="LiveId" clId="{1FEE7D0A-77D4-426D-83DE-8A505D1243D8}" dt="2026-01-07T09:16:45.418" v="2689" actId="20577"/>
          <ac:spMkLst>
            <pc:docMk/>
            <pc:sldMk cId="2497283896" sldId="265"/>
            <ac:spMk id="14" creationId="{2756D001-280D-4C3D-41E1-C564A58003DE}"/>
          </ac:spMkLst>
        </pc:spChg>
      </pc:sldChg>
      <pc:sldChg chg="addSp modSp new mod">
        <pc:chgData name="nandhana ragupathi" userId="18bab64cb738bcd3" providerId="LiveId" clId="{1FEE7D0A-77D4-426D-83DE-8A505D1243D8}" dt="2026-01-06T08:12:32.141" v="1349" actId="20577"/>
        <pc:sldMkLst>
          <pc:docMk/>
          <pc:sldMk cId="9829268" sldId="266"/>
        </pc:sldMkLst>
        <pc:spChg chg="add mod">
          <ac:chgData name="nandhana ragupathi" userId="18bab64cb738bcd3" providerId="LiveId" clId="{1FEE7D0A-77D4-426D-83DE-8A505D1243D8}" dt="2026-01-06T08:12:32.141" v="1349" actId="20577"/>
          <ac:spMkLst>
            <pc:docMk/>
            <pc:sldMk cId="9829268" sldId="266"/>
            <ac:spMk id="6" creationId="{C781E637-5F72-1FE4-138E-FD139A3D22ED}"/>
          </ac:spMkLst>
        </pc:spChg>
        <pc:picChg chg="add mod">
          <ac:chgData name="nandhana ragupathi" userId="18bab64cb738bcd3" providerId="LiveId" clId="{1FEE7D0A-77D4-426D-83DE-8A505D1243D8}" dt="2026-01-06T07:43:53.024" v="1278" actId="1076"/>
          <ac:picMkLst>
            <pc:docMk/>
            <pc:sldMk cId="9829268" sldId="266"/>
            <ac:picMk id="3" creationId="{129F7976-D35E-D279-C661-8F2E021562F9}"/>
          </ac:picMkLst>
        </pc:picChg>
        <pc:picChg chg="add mod">
          <ac:chgData name="nandhana ragupathi" userId="18bab64cb738bcd3" providerId="LiveId" clId="{1FEE7D0A-77D4-426D-83DE-8A505D1243D8}" dt="2026-01-06T07:45:11.397" v="1289" actId="1076"/>
          <ac:picMkLst>
            <pc:docMk/>
            <pc:sldMk cId="9829268" sldId="266"/>
            <ac:picMk id="5" creationId="{B40F237C-830E-A1F6-66EE-8640B473A5F9}"/>
          </ac:picMkLst>
        </pc:picChg>
      </pc:sldChg>
      <pc:sldChg chg="addSp modSp new mod">
        <pc:chgData name="nandhana ragupathi" userId="18bab64cb738bcd3" providerId="LiveId" clId="{1FEE7D0A-77D4-426D-83DE-8A505D1243D8}" dt="2026-01-06T08:13:22.713" v="1382" actId="1076"/>
        <pc:sldMkLst>
          <pc:docMk/>
          <pc:sldMk cId="890267530" sldId="267"/>
        </pc:sldMkLst>
        <pc:spChg chg="add mod">
          <ac:chgData name="nandhana ragupathi" userId="18bab64cb738bcd3" providerId="LiveId" clId="{1FEE7D0A-77D4-426D-83DE-8A505D1243D8}" dt="2026-01-06T08:13:22.713" v="1382" actId="1076"/>
          <ac:spMkLst>
            <pc:docMk/>
            <pc:sldMk cId="890267530" sldId="267"/>
            <ac:spMk id="5" creationId="{544BA99F-4EE4-35D2-53D2-459ED04A601A}"/>
          </ac:spMkLst>
        </pc:spChg>
        <pc:picChg chg="add mod">
          <ac:chgData name="nandhana ragupathi" userId="18bab64cb738bcd3" providerId="LiveId" clId="{1FEE7D0A-77D4-426D-83DE-8A505D1243D8}" dt="2026-01-06T08:04:16.500" v="1302" actId="1076"/>
          <ac:picMkLst>
            <pc:docMk/>
            <pc:sldMk cId="890267530" sldId="267"/>
            <ac:picMk id="3" creationId="{305C40A2-4F34-7B45-7F1C-961AC09001F2}"/>
          </ac:picMkLst>
        </pc:picChg>
      </pc:sldChg>
      <pc:sldChg chg="addSp delSp modSp new mod">
        <pc:chgData name="nandhana ragupathi" userId="18bab64cb738bcd3" providerId="LiveId" clId="{1FEE7D0A-77D4-426D-83DE-8A505D1243D8}" dt="2026-01-06T08:16:37.853" v="1422" actId="1076"/>
        <pc:sldMkLst>
          <pc:docMk/>
          <pc:sldMk cId="1787358369" sldId="268"/>
        </pc:sldMkLst>
        <pc:spChg chg="add mod">
          <ac:chgData name="nandhana ragupathi" userId="18bab64cb738bcd3" providerId="LiveId" clId="{1FEE7D0A-77D4-426D-83DE-8A505D1243D8}" dt="2026-01-06T08:16:37.853" v="1422" actId="1076"/>
          <ac:spMkLst>
            <pc:docMk/>
            <pc:sldMk cId="1787358369" sldId="268"/>
            <ac:spMk id="9" creationId="{80603B23-9B7B-29FF-8DC4-D52F444298A7}"/>
          </ac:spMkLst>
        </pc:spChg>
        <pc:picChg chg="add del mod">
          <ac:chgData name="nandhana ragupathi" userId="18bab64cb738bcd3" providerId="LiveId" clId="{1FEE7D0A-77D4-426D-83DE-8A505D1243D8}" dt="2026-01-06T08:15:05.539" v="1388" actId="21"/>
          <ac:picMkLst>
            <pc:docMk/>
            <pc:sldMk cId="1787358369" sldId="268"/>
            <ac:picMk id="3" creationId="{A5D322A7-E829-9F3B-F096-5B5DA768F951}"/>
          </ac:picMkLst>
        </pc:picChg>
        <pc:picChg chg="add mod">
          <ac:chgData name="nandhana ragupathi" userId="18bab64cb738bcd3" providerId="LiveId" clId="{1FEE7D0A-77D4-426D-83DE-8A505D1243D8}" dt="2026-01-06T08:15:06.955" v="1389"/>
          <ac:picMkLst>
            <pc:docMk/>
            <pc:sldMk cId="1787358369" sldId="268"/>
            <ac:picMk id="4" creationId="{A5D322A7-E829-9F3B-F096-5B5DA768F951}"/>
          </ac:picMkLst>
        </pc:picChg>
        <pc:picChg chg="add mod">
          <ac:chgData name="nandhana ragupathi" userId="18bab64cb738bcd3" providerId="LiveId" clId="{1FEE7D0A-77D4-426D-83DE-8A505D1243D8}" dt="2026-01-06T08:15:45.243" v="1394" actId="1076"/>
          <ac:picMkLst>
            <pc:docMk/>
            <pc:sldMk cId="1787358369" sldId="268"/>
            <ac:picMk id="6" creationId="{5830C227-C322-5445-D95D-749B7E80619F}"/>
          </ac:picMkLst>
        </pc:picChg>
        <pc:picChg chg="add mod">
          <ac:chgData name="nandhana ragupathi" userId="18bab64cb738bcd3" providerId="LiveId" clId="{1FEE7D0A-77D4-426D-83DE-8A505D1243D8}" dt="2026-01-06T08:15:49.856" v="1395"/>
          <ac:picMkLst>
            <pc:docMk/>
            <pc:sldMk cId="1787358369" sldId="268"/>
            <ac:picMk id="8" creationId="{09AF0697-7FBD-4B10-7F71-053079CD59C2}"/>
          </ac:picMkLst>
        </pc:picChg>
      </pc:sldChg>
      <pc:sldChg chg="addSp modSp new mod">
        <pc:chgData name="nandhana ragupathi" userId="18bab64cb738bcd3" providerId="LiveId" clId="{1FEE7D0A-77D4-426D-83DE-8A505D1243D8}" dt="2026-01-06T14:50:30.577" v="1456" actId="1076"/>
        <pc:sldMkLst>
          <pc:docMk/>
          <pc:sldMk cId="5459660" sldId="269"/>
        </pc:sldMkLst>
        <pc:spChg chg="add mod">
          <ac:chgData name="nandhana ragupathi" userId="18bab64cb738bcd3" providerId="LiveId" clId="{1FEE7D0A-77D4-426D-83DE-8A505D1243D8}" dt="2026-01-06T14:50:30.577" v="1456" actId="1076"/>
          <ac:spMkLst>
            <pc:docMk/>
            <pc:sldMk cId="5459660" sldId="269"/>
            <ac:spMk id="6" creationId="{5AB97395-4D9B-F139-C5AC-FC165E7B7507}"/>
          </ac:spMkLst>
        </pc:spChg>
        <pc:picChg chg="add mod">
          <ac:chgData name="nandhana ragupathi" userId="18bab64cb738bcd3" providerId="LiveId" clId="{1FEE7D0A-77D4-426D-83DE-8A505D1243D8}" dt="2026-01-06T14:48:25.594" v="1426" actId="14100"/>
          <ac:picMkLst>
            <pc:docMk/>
            <pc:sldMk cId="5459660" sldId="269"/>
            <ac:picMk id="3" creationId="{C2B305D0-6F03-88F6-9FFA-04DC1C7E940D}"/>
          </ac:picMkLst>
        </pc:picChg>
        <pc:picChg chg="add mod">
          <ac:chgData name="nandhana ragupathi" userId="18bab64cb738bcd3" providerId="LiveId" clId="{1FEE7D0A-77D4-426D-83DE-8A505D1243D8}" dt="2026-01-06T14:49:31.509" v="1435" actId="14100"/>
          <ac:picMkLst>
            <pc:docMk/>
            <pc:sldMk cId="5459660" sldId="269"/>
            <ac:picMk id="5" creationId="{0C0676BE-65AF-311B-2EBC-4FF468E2B706}"/>
          </ac:picMkLst>
        </pc:picChg>
      </pc:sldChg>
      <pc:sldChg chg="addSp modSp new mod">
        <pc:chgData name="nandhana ragupathi" userId="18bab64cb738bcd3" providerId="LiveId" clId="{1FEE7D0A-77D4-426D-83DE-8A505D1243D8}" dt="2026-01-07T04:04:05.544" v="1941" actId="1076"/>
        <pc:sldMkLst>
          <pc:docMk/>
          <pc:sldMk cId="756403846" sldId="270"/>
        </pc:sldMkLst>
        <pc:picChg chg="add mod">
          <ac:chgData name="nandhana ragupathi" userId="18bab64cb738bcd3" providerId="LiveId" clId="{1FEE7D0A-77D4-426D-83DE-8A505D1243D8}" dt="2026-01-07T04:04:05.544" v="1941" actId="1076"/>
          <ac:picMkLst>
            <pc:docMk/>
            <pc:sldMk cId="756403846" sldId="270"/>
            <ac:picMk id="3" creationId="{266D9D08-296D-CA99-3E79-4101D3A89590}"/>
          </ac:picMkLst>
        </pc:picChg>
      </pc:sldChg>
      <pc:sldChg chg="addSp delSp modSp new del mod ord modShow chgLayout">
        <pc:chgData name="nandhana ragupathi" userId="18bab64cb738bcd3" providerId="LiveId" clId="{1FEE7D0A-77D4-426D-83DE-8A505D1243D8}" dt="2026-01-06T15:33:22.783" v="1875" actId="2696"/>
        <pc:sldMkLst>
          <pc:docMk/>
          <pc:sldMk cId="3295852774" sldId="270"/>
        </pc:sldMkLst>
        <pc:spChg chg="add del mod">
          <ac:chgData name="nandhana ragupathi" userId="18bab64cb738bcd3" providerId="LiveId" clId="{1FEE7D0A-77D4-426D-83DE-8A505D1243D8}" dt="2026-01-06T15:24:30.991" v="1870"/>
          <ac:spMkLst>
            <pc:docMk/>
            <pc:sldMk cId="3295852774" sldId="270"/>
            <ac:spMk id="2" creationId="{9D6095DB-7712-9A67-E972-AE0D6369103C}"/>
          </ac:spMkLst>
        </pc:spChg>
        <pc:spChg chg="add">
          <ac:chgData name="nandhana ragupathi" userId="18bab64cb738bcd3" providerId="LiveId" clId="{1FEE7D0A-77D4-426D-83DE-8A505D1243D8}" dt="2026-01-06T15:19:52.809" v="1728"/>
          <ac:spMkLst>
            <pc:docMk/>
            <pc:sldMk cId="3295852774" sldId="270"/>
            <ac:spMk id="3" creationId="{E6E572D2-1417-56AE-7D43-A734F7388EA7}"/>
          </ac:spMkLst>
        </pc:spChg>
      </pc:sldChg>
      <pc:sldChg chg="addSp modSp new mod">
        <pc:chgData name="nandhana ragupathi" userId="18bab64cb738bcd3" providerId="LiveId" clId="{1FEE7D0A-77D4-426D-83DE-8A505D1243D8}" dt="2026-01-07T04:04:42.094" v="1946" actId="1076"/>
        <pc:sldMkLst>
          <pc:docMk/>
          <pc:sldMk cId="1871789952" sldId="271"/>
        </pc:sldMkLst>
        <pc:picChg chg="add mod">
          <ac:chgData name="nandhana ragupathi" userId="18bab64cb738bcd3" providerId="LiveId" clId="{1FEE7D0A-77D4-426D-83DE-8A505D1243D8}" dt="2026-01-07T04:04:42.094" v="1946" actId="1076"/>
          <ac:picMkLst>
            <pc:docMk/>
            <pc:sldMk cId="1871789952" sldId="271"/>
            <ac:picMk id="3" creationId="{1B418701-FADD-CBB6-586D-FA4AFD36C837}"/>
          </ac:picMkLst>
        </pc:picChg>
      </pc:sldChg>
      <pc:sldChg chg="addSp modSp new mod">
        <pc:chgData name="nandhana ragupathi" userId="18bab64cb738bcd3" providerId="LiveId" clId="{1FEE7D0A-77D4-426D-83DE-8A505D1243D8}" dt="2026-01-07T04:05:31.020" v="1951" actId="1076"/>
        <pc:sldMkLst>
          <pc:docMk/>
          <pc:sldMk cId="1415469451" sldId="272"/>
        </pc:sldMkLst>
        <pc:picChg chg="add mod">
          <ac:chgData name="nandhana ragupathi" userId="18bab64cb738bcd3" providerId="LiveId" clId="{1FEE7D0A-77D4-426D-83DE-8A505D1243D8}" dt="2026-01-07T04:05:31.020" v="1951" actId="1076"/>
          <ac:picMkLst>
            <pc:docMk/>
            <pc:sldMk cId="1415469451" sldId="272"/>
            <ac:picMk id="3" creationId="{C95E3369-2B41-607E-E0B7-7BC904367E5C}"/>
          </ac:picMkLst>
        </pc:picChg>
      </pc:sldChg>
      <pc:sldChg chg="addSp modSp new mod">
        <pc:chgData name="nandhana ragupathi" userId="18bab64cb738bcd3" providerId="LiveId" clId="{1FEE7D0A-77D4-426D-83DE-8A505D1243D8}" dt="2026-01-07T04:06:11.988" v="1956" actId="1076"/>
        <pc:sldMkLst>
          <pc:docMk/>
          <pc:sldMk cId="2827323361" sldId="273"/>
        </pc:sldMkLst>
        <pc:picChg chg="add mod">
          <ac:chgData name="nandhana ragupathi" userId="18bab64cb738bcd3" providerId="LiveId" clId="{1FEE7D0A-77D4-426D-83DE-8A505D1243D8}" dt="2026-01-07T04:06:11.988" v="1956" actId="1076"/>
          <ac:picMkLst>
            <pc:docMk/>
            <pc:sldMk cId="2827323361" sldId="273"/>
            <ac:picMk id="3" creationId="{2C4C5641-662F-A682-56FD-F43C04A37629}"/>
          </ac:picMkLst>
        </pc:picChg>
      </pc:sldChg>
      <pc:sldChg chg="addSp modSp new mod">
        <pc:chgData name="nandhana ragupathi" userId="18bab64cb738bcd3" providerId="LiveId" clId="{1FEE7D0A-77D4-426D-83DE-8A505D1243D8}" dt="2026-01-07T04:11:18.520" v="1961" actId="1076"/>
        <pc:sldMkLst>
          <pc:docMk/>
          <pc:sldMk cId="3847270221" sldId="274"/>
        </pc:sldMkLst>
        <pc:picChg chg="add mod">
          <ac:chgData name="nandhana ragupathi" userId="18bab64cb738bcd3" providerId="LiveId" clId="{1FEE7D0A-77D4-426D-83DE-8A505D1243D8}" dt="2026-01-07T04:11:18.520" v="1961" actId="1076"/>
          <ac:picMkLst>
            <pc:docMk/>
            <pc:sldMk cId="3847270221" sldId="274"/>
            <ac:picMk id="3" creationId="{8B17063C-E305-0D41-D516-C016174CA240}"/>
          </ac:picMkLst>
        </pc:picChg>
      </pc:sldChg>
      <pc:sldChg chg="addSp modSp new mod">
        <pc:chgData name="nandhana ragupathi" userId="18bab64cb738bcd3" providerId="LiveId" clId="{1FEE7D0A-77D4-426D-83DE-8A505D1243D8}" dt="2026-01-07T04:11:52.001" v="1966" actId="1076"/>
        <pc:sldMkLst>
          <pc:docMk/>
          <pc:sldMk cId="1503101840" sldId="275"/>
        </pc:sldMkLst>
        <pc:picChg chg="add mod">
          <ac:chgData name="nandhana ragupathi" userId="18bab64cb738bcd3" providerId="LiveId" clId="{1FEE7D0A-77D4-426D-83DE-8A505D1243D8}" dt="2026-01-07T04:11:52.001" v="1966" actId="1076"/>
          <ac:picMkLst>
            <pc:docMk/>
            <pc:sldMk cId="1503101840" sldId="275"/>
            <ac:picMk id="3" creationId="{9CF2C1CD-0DBB-D323-3B1F-AC8916544A6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21A6B0-B0BC-4E07-B98B-6723B47A8D5D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0490F2-E3D7-49E0-84D9-C552E271A3B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490F2-E3D7-49E0-84D9-C552E271A3B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9418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121888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494" tIns="47247" rIns="94494" bIns="47247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100"/>
              <a:t>                </a:t>
            </a:r>
            <a:endParaRPr lang="en-US" sz="4100" b="1"/>
          </a:p>
        </p:txBody>
      </p:sp>
      <p:pic>
        <p:nvPicPr>
          <p:cNvPr id="3" name="Picture 7" descr="C:\Users\Staff\Desktop\NGP_Arts_Logo-Background Removed.pn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6091521"/>
            <a:ext cx="690984" cy="6901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Footer Placeholder 7"/>
          <p:cNvSpPr txBox="1">
            <a:spLocks/>
          </p:cNvSpPr>
          <p:nvPr userDrawn="1"/>
        </p:nvSpPr>
        <p:spPr>
          <a:xfrm>
            <a:off x="685224" y="5791844"/>
            <a:ext cx="2896368" cy="1426349"/>
          </a:xfrm>
          <a:prstGeom prst="rect">
            <a:avLst/>
          </a:prstGeom>
        </p:spPr>
        <p:txBody>
          <a:bodyPr lIns="94494" tIns="47247" rIns="94494" bIns="47247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1">
                <a:solidFill>
                  <a:srgbClr val="0000FF"/>
                </a:solidFill>
                <a:latin typeface="+mn-lt"/>
                <a:cs typeface="+mn-cs"/>
              </a:rPr>
              <a:t>Dr. NGPASC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b="1">
                <a:solidFill>
                  <a:srgbClr val="0000FF"/>
                </a:solidFill>
                <a:latin typeface="+mn-lt"/>
                <a:cs typeface="+mn-cs"/>
              </a:rPr>
              <a:t>COIMBATORE | INDIA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400">
              <a:solidFill>
                <a:schemeClr val="tx1">
                  <a:tint val="75000"/>
                </a:schemeClr>
              </a:solidFill>
              <a:latin typeface="+mn-lt"/>
              <a:cs typeface="+mn-cs"/>
            </a:endParaRPr>
          </a:p>
        </p:txBody>
      </p:sp>
      <p:cxnSp>
        <p:nvCxnSpPr>
          <p:cNvPr id="5" name="Straight Connector 4"/>
          <p:cNvCxnSpPr/>
          <p:nvPr userDrawn="1"/>
        </p:nvCxnSpPr>
        <p:spPr>
          <a:xfrm>
            <a:off x="761523" y="6401281"/>
            <a:ext cx="1371887" cy="14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00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br>
              <a:rPr lang="en-IN" sz="2800" b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+mj-ea"/>
                <a:cs typeface="+mj-cs"/>
              </a:rPr>
            </a:br>
            <a:endParaRPr lang="en-US"/>
          </a:p>
        </p:txBody>
      </p:sp>
      <p:pic>
        <p:nvPicPr>
          <p:cNvPr id="6" name="Picture 5" descr="K:\Swarna\ARTS - 1997(1).jp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228600"/>
            <a:ext cx="819150" cy="742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066800" y="0"/>
          <a:ext cx="7467600" cy="1373251"/>
        </p:xfrm>
        <a:graphic>
          <a:graphicData uri="http://schemas.openxmlformats.org/drawingml/2006/table">
            <a:tbl>
              <a:tblPr/>
              <a:tblGrid>
                <a:gridCol w="746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6405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 b="0" dirty="0"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</a:rPr>
                        <a:t>Dr. N.G.P. ARTS AND SCIENCE COLLEGE</a:t>
                      </a:r>
                      <a:endParaRPr lang="en-US" sz="2000" b="0" dirty="0">
                        <a:solidFill>
                          <a:schemeClr val="bg1"/>
                        </a:solidFill>
                        <a:latin typeface="Calibri"/>
                        <a:ea typeface="Calibri"/>
                      </a:endParaRP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b="1" dirty="0">
                          <a:solidFill>
                            <a:schemeClr val="bg1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(An Autonomous Institution, Affiliated to Bharathiar University, Coimbatore)</a:t>
                      </a:r>
                      <a:endParaRPr lang="en-US" sz="1200" b="1" dirty="0">
                        <a:solidFill>
                          <a:schemeClr val="bg1"/>
                        </a:solidFill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b="1" dirty="0">
                          <a:solidFill>
                            <a:schemeClr val="bg1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Approved by Government of Tamil Nadu &amp; Accredited by NAAC with A++Grade (3</a:t>
                      </a:r>
                      <a:r>
                        <a:rPr lang="en-IN" sz="1200" b="1" baseline="30000" dirty="0">
                          <a:solidFill>
                            <a:schemeClr val="bg1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rd </a:t>
                      </a:r>
                      <a:r>
                        <a:rPr lang="en-IN" sz="1200" b="1" dirty="0">
                          <a:solidFill>
                            <a:schemeClr val="bg1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Cycle- 3.64 CGPA)</a:t>
                      </a:r>
                      <a:endParaRPr lang="en-US" sz="1200" b="1" dirty="0">
                        <a:solidFill>
                          <a:schemeClr val="bg1"/>
                        </a:solidFill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  <a:p>
                      <a:pPr marL="360045" marR="360045" indent="-269875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b="1" dirty="0">
                          <a:solidFill>
                            <a:schemeClr val="bg1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Dr. N.G.P.-Kalapatti Road, Coimbatore-641 048, Tamil Nadu, India.</a:t>
                      </a:r>
                    </a:p>
                    <a:p>
                      <a:pPr marL="360045" marR="360045" lvl="0" indent="-269875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Times New Roman" pitchFamily="18" charset="0"/>
                        </a:rPr>
                        <a:t>Website: www.drngpasc.ac.in | Email: info@drngpasc.ac.in. | Phone: +91-422-2369100</a:t>
                      </a: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</a:p>
                    <a:p>
                      <a:pPr marL="360045" marR="360045" indent="-269875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dirty="0">
                        <a:solidFill>
                          <a:schemeClr val="bg1"/>
                        </a:solidFill>
                        <a:latin typeface="Calibri"/>
                        <a:ea typeface="Calibri"/>
                      </a:endParaRP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1752600" y="1524000"/>
            <a:ext cx="48768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          PROJECT REVIEW </a:t>
            </a:r>
          </a:p>
        </p:txBody>
      </p:sp>
      <p:sp>
        <p:nvSpPr>
          <p:cNvPr id="9" name="Rectangle 8"/>
          <p:cNvSpPr/>
          <p:nvPr/>
        </p:nvSpPr>
        <p:spPr>
          <a:xfrm flipH="1">
            <a:off x="6121400" y="5334000"/>
            <a:ext cx="378604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            BY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    NANDHANA R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       (231CT127)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578824" y="3609439"/>
            <a:ext cx="55626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UNDER THE GUIDANCE OF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Mrs.Vanitha K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M.Sc (CS), M.Ed., M.Phil., M.Sc.(App.Psy.).,NET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Assistant Professor 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                           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33400" y="2286000"/>
            <a:ext cx="80772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000" dirty="0">
                <a:latin typeface="Times New Roman" pitchFamily="18" charset="0"/>
                <a:cs typeface="Times New Roman" pitchFamily="18" charset="0"/>
              </a:rPr>
              <a:t>College Project Submission And Review Portal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238396" y="347798"/>
            <a:ext cx="306658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ABSTRACT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24B69D-F63E-52C8-663B-7C61B41F52AA}"/>
              </a:ext>
            </a:extLst>
          </p:cNvPr>
          <p:cNvSpPr txBox="1"/>
          <p:nvPr/>
        </p:nvSpPr>
        <p:spPr>
          <a:xfrm>
            <a:off x="360555" y="1720447"/>
            <a:ext cx="8393978" cy="38302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College Project Submission And Review Portal is a web application developed to digitalize the workflow of academic project submission in college.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Projects are submitting as printed copies it create challenges like file misplacement, lack of timely feedback, and difficulty in tracking revisions.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can upload their project files and details, and Faculty members can review the student project details.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centralizing all activities into a single platform, the portal enhances efficiency and make the evaluation process more organized.	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	</a:t>
            </a:r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6BAEE5-8241-5861-042F-7A5BFBBBA9A8}"/>
              </a:ext>
            </a:extLst>
          </p:cNvPr>
          <p:cNvSpPr txBox="1"/>
          <p:nvPr/>
        </p:nvSpPr>
        <p:spPr>
          <a:xfrm>
            <a:off x="2702726" y="319462"/>
            <a:ext cx="33666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STUDY</a:t>
            </a:r>
            <a:endParaRPr lang="en-IN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B3CF09-0DF6-983C-8E40-12D85320BDC1}"/>
              </a:ext>
            </a:extLst>
          </p:cNvPr>
          <p:cNvSpPr txBox="1"/>
          <p:nvPr/>
        </p:nvSpPr>
        <p:spPr>
          <a:xfrm>
            <a:off x="635445" y="1364188"/>
            <a:ext cx="8184995" cy="52168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submission are handling by manual methods.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submit their project reports as physical copies.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Faculty members provide feedback verbally.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records are maintained without a centralized system.</a:t>
            </a:r>
          </a:p>
          <a:p>
            <a:pPr>
              <a:lnSpc>
                <a:spcPct val="15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Drawbacks for existing system: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 centralized tracking system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Difficulty in managing multiple project files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Risk of data loss or misplacement of project reports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C6C2374-F0AC-CFDF-19E0-BEEDFEC78A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centralized tracking system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15396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6BCFBB6-0843-609E-4770-E1A7A560319C}"/>
              </a:ext>
            </a:extLst>
          </p:cNvPr>
          <p:cNvSpPr txBox="1"/>
          <p:nvPr/>
        </p:nvSpPr>
        <p:spPr>
          <a:xfrm>
            <a:off x="491067" y="1253066"/>
            <a:ext cx="7941733" cy="46130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platform for students, faculty, and admin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upload project documents and view review status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Faculty review submitted projects and provide feedback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manages users and assigns students to faculty</a:t>
            </a:r>
          </a:p>
          <a:p>
            <a:pPr>
              <a:lnSpc>
                <a:spcPct val="15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platform for project submission and review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tracking of project status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Role-based access for students, faculty, and admin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consuming for students and faculty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59169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0DD844-88C0-A323-E6EC-DC192F442510}"/>
              </a:ext>
            </a:extLst>
          </p:cNvPr>
          <p:cNvSpPr txBox="1"/>
          <p:nvPr/>
        </p:nvSpPr>
        <p:spPr>
          <a:xfrm>
            <a:off x="612454" y="364273"/>
            <a:ext cx="83150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AND HARDWARE REQUIREMENTS</a:t>
            </a:r>
            <a:endParaRPr lang="en-IN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4FCC27-1916-BD53-8A11-52298F7CCA1F}"/>
              </a:ext>
            </a:extLst>
          </p:cNvPr>
          <p:cNvSpPr txBox="1"/>
          <p:nvPr/>
        </p:nvSpPr>
        <p:spPr>
          <a:xfrm>
            <a:off x="612454" y="1839063"/>
            <a:ext cx="3969834" cy="26007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Specifications: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 HTML, CSS, JavaScript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 PHP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 MySQL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Server: Apache (XAMPP)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IDE: VS Code</a:t>
            </a:r>
          </a:p>
          <a:p>
            <a:endParaRPr lang="en-IN" sz="1600" dirty="0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5E3A5FE8-AE96-EC34-0B09-3CC2AD5932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Database: MySQL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83AD0E0-01BA-785F-FF4E-10116239955B}"/>
              </a:ext>
            </a:extLst>
          </p:cNvPr>
          <p:cNvSpPr txBox="1"/>
          <p:nvPr/>
        </p:nvSpPr>
        <p:spPr>
          <a:xfrm>
            <a:off x="4769970" y="1839063"/>
            <a:ext cx="3888057" cy="23102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Specifications: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Processor: Intel i3 or above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RAM: Minimum 4 GB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 Disk: 10 GB free space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System: Windows 10 or above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Network: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 Connection</a:t>
            </a:r>
          </a:p>
        </p:txBody>
      </p:sp>
    </p:spTree>
    <p:extLst>
      <p:ext uri="{BB962C8B-B14F-4D97-AF65-F5344CB8AC3E}">
        <p14:creationId xmlns:p14="http://schemas.microsoft.com/office/powerpoint/2010/main" val="33336111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D327195-73EE-7B83-7FD5-72AF1977F378}"/>
              </a:ext>
            </a:extLst>
          </p:cNvPr>
          <p:cNvSpPr txBox="1"/>
          <p:nvPr/>
        </p:nvSpPr>
        <p:spPr>
          <a:xfrm>
            <a:off x="1338560" y="341971"/>
            <a:ext cx="62044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FLOW DIAGRAM ( DFD )</a:t>
            </a:r>
            <a:endParaRPr lang="en-IN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A diagram of a software system&#10;&#10;AI-generated content may be incorrect.">
            <a:extLst>
              <a:ext uri="{FF2B5EF4-FFF2-40B4-BE49-F238E27FC236}">
                <a16:creationId xmlns:a16="http://schemas.microsoft.com/office/drawing/2014/main" id="{1DC37A44-7BF4-C157-8BE9-9F0AE706EE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5667" y="1464733"/>
            <a:ext cx="54102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5686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416C122-4836-B983-7B5E-FBDFB79525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566" y="1233312"/>
            <a:ext cx="7408333" cy="493888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1655F3F-3729-5074-32DD-18155AEBD11C}"/>
              </a:ext>
            </a:extLst>
          </p:cNvPr>
          <p:cNvSpPr txBox="1"/>
          <p:nvPr/>
        </p:nvSpPr>
        <p:spPr>
          <a:xfrm>
            <a:off x="863904" y="393411"/>
            <a:ext cx="70989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ENTITY RELATIONSHIP DIAGRAM</a:t>
            </a:r>
            <a:endParaRPr lang="en-IN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5276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5EF9839-CC06-77C1-A1D8-13A0CA8C2786}"/>
              </a:ext>
            </a:extLst>
          </p:cNvPr>
          <p:cNvSpPr txBox="1"/>
          <p:nvPr/>
        </p:nvSpPr>
        <p:spPr>
          <a:xfrm>
            <a:off x="3048000" y="279399"/>
            <a:ext cx="25186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  <a:endParaRPr lang="en-IN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5DAA14-6B8C-7A2B-FC04-040F78A3DC66}"/>
              </a:ext>
            </a:extLst>
          </p:cNvPr>
          <p:cNvSpPr txBox="1"/>
          <p:nvPr/>
        </p:nvSpPr>
        <p:spPr>
          <a:xfrm>
            <a:off x="3188564" y="1863928"/>
            <a:ext cx="2907436" cy="36743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Faculty Module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Faculty login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assigned students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Download project files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Approve or request revision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remarks and comments</a:t>
            </a:r>
          </a:p>
          <a:p>
            <a:pPr>
              <a:lnSpc>
                <a:spcPct val="150000"/>
              </a:lnSpc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99B9371-031F-D541-3981-B7E1AE281D15}"/>
              </a:ext>
            </a:extLst>
          </p:cNvPr>
          <p:cNvSpPr txBox="1"/>
          <p:nvPr/>
        </p:nvSpPr>
        <p:spPr>
          <a:xfrm>
            <a:off x="140564" y="1781315"/>
            <a:ext cx="2907436" cy="37394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Module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login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Upload project documents and details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submission status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faculty remarks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Revise and resubmit if required</a:t>
            </a:r>
          </a:p>
          <a:p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756D001-280D-4C3D-41E1-C564A58003DE}"/>
              </a:ext>
            </a:extLst>
          </p:cNvPr>
          <p:cNvSpPr txBox="1"/>
          <p:nvPr/>
        </p:nvSpPr>
        <p:spPr>
          <a:xfrm>
            <a:off x="6096000" y="1781315"/>
            <a:ext cx="2907436" cy="2581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Module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login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students and faculties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 students to faculty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Submitted Projects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project status</a:t>
            </a:r>
          </a:p>
        </p:txBody>
      </p:sp>
    </p:spTree>
    <p:extLst>
      <p:ext uri="{BB962C8B-B14F-4D97-AF65-F5344CB8AC3E}">
        <p14:creationId xmlns:p14="http://schemas.microsoft.com/office/powerpoint/2010/main" val="24972838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9F7976-D35E-D279-C661-8F2E021562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624" y="1317081"/>
            <a:ext cx="2815909" cy="46580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40F237C-830E-A1F6-66EE-8640B473A5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7116" y="1356408"/>
            <a:ext cx="3076018" cy="465809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781E637-5F72-1FE4-138E-FD139A3D22ED}"/>
              </a:ext>
            </a:extLst>
          </p:cNvPr>
          <p:cNvSpPr txBox="1"/>
          <p:nvPr/>
        </p:nvSpPr>
        <p:spPr>
          <a:xfrm>
            <a:off x="3115734" y="236496"/>
            <a:ext cx="30871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LOGIN PAGE</a:t>
            </a:r>
            <a:endParaRPr lang="en-IN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292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05C40A2-4F34-7B45-7F1C-961AC09001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365006"/>
            <a:ext cx="8229599" cy="429139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44BA99F-4EE4-35D2-53D2-459ED04A601A}"/>
              </a:ext>
            </a:extLst>
          </p:cNvPr>
          <p:cNvSpPr txBox="1"/>
          <p:nvPr/>
        </p:nvSpPr>
        <p:spPr>
          <a:xfrm>
            <a:off x="1841499" y="321734"/>
            <a:ext cx="5461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DASHBOARD</a:t>
            </a:r>
            <a:endParaRPr lang="en-IN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02675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B17063C-E305-0D41-D516-C016174CA2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506" y="1524000"/>
            <a:ext cx="8326987" cy="4036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72702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CF2C1CD-0DBB-D323-3B1F-AC8916544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333" y="1821367"/>
            <a:ext cx="8297333" cy="2298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1018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830C227-C322-5445-D95D-749B7E8061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566" y="1550505"/>
            <a:ext cx="8288867" cy="390595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0603B23-9B7B-29FF-8DC4-D52F444298A7}"/>
              </a:ext>
            </a:extLst>
          </p:cNvPr>
          <p:cNvSpPr txBox="1"/>
          <p:nvPr/>
        </p:nvSpPr>
        <p:spPr>
          <a:xfrm>
            <a:off x="2006600" y="270933"/>
            <a:ext cx="53872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FACULTY DASHBOARD</a:t>
            </a:r>
            <a:endParaRPr lang="en-IN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73583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C0676BE-65AF-311B-2EBC-4FF468E2B7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067" y="1387215"/>
            <a:ext cx="7645399" cy="464951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AB97395-4D9B-F139-C5AC-FC165E7B7507}"/>
              </a:ext>
            </a:extLst>
          </p:cNvPr>
          <p:cNvSpPr txBox="1"/>
          <p:nvPr/>
        </p:nvSpPr>
        <p:spPr>
          <a:xfrm>
            <a:off x="2006600" y="296334"/>
            <a:ext cx="48654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ADMIN DASHBOARD</a:t>
            </a:r>
            <a:endParaRPr lang="en-IN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596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66D9D08-296D-CA99-3E79-4101D3A895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323" y="1490133"/>
            <a:ext cx="8385354" cy="4244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4038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B418701-FADD-CBB6-586D-FA4AFD36C8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718" y="1634065"/>
            <a:ext cx="8030564" cy="3853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7899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95E3369-2B41-607E-E0B7-7BC904367E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796" y="1744134"/>
            <a:ext cx="8040407" cy="3650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4694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C4C5641-662F-A682-56FD-F43C04A376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255" y="1735666"/>
            <a:ext cx="8223490" cy="3165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3233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thank you 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200400"/>
            <a:ext cx="762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402" y="13855"/>
            <a:ext cx="6033739" cy="3720807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E87CF28-B4C5-431E-81B2-CB3A3B136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862AC-8176-4D8A-A9AA-E7FB68D56D13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4650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1549</TotalTime>
  <Words>507</Words>
  <Application>Microsoft Office PowerPoint</Application>
  <PresentationFormat>On-screen Show (4:3)</PresentationFormat>
  <Paragraphs>87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Ms. SWARNALAKSHMI R</dc:creator>
  <cp:lastModifiedBy>nandhana ragupathi</cp:lastModifiedBy>
  <cp:revision>1</cp:revision>
  <dcterms:created xsi:type="dcterms:W3CDTF">2006-08-16T00:00:00Z</dcterms:created>
  <dcterms:modified xsi:type="dcterms:W3CDTF">2026-01-07T09:44:29Z</dcterms:modified>
</cp:coreProperties>
</file>